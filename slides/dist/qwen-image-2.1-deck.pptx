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40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Qwen-Image-2.1 到底行不行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同机同卡同题面 · 对上 SenseNova-U1.5 与 FLUX.2-klein-KV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公开榜单 18 题 75 张图 + 自建垂直题面 26 题 156 张图 · seed 42
 仓库：github.com/wangsheng1991/qwen-image-2.1-bench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一句话结论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10698480" cy="4507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公开榜单那轮的差距 主要是口径问题 —— 官方要的是「提示词增强 + 2K/40 步」，我们首轮一样都没按。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 垂直领域这轮的差距 主要是分工问题 —— 九个领域没有通吃的，各有各的活。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怎么测的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10698480" cy="496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同一台机器、同一张卡、同一份题面，题面一字未改，同 seed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公开榜单：GenEval 7 / DPG-Bench 4 / LongText-Bench 6 / RGBA 1 —— 原题面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自建垂直题面 26 题 9 领域，每题写明考点与判定项（prompts-vertical.json）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两档分辨率：统一 1024²（可横向比）+ 各家推荐档（Qwen / SenseNova 2048²、FLUX 1536）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文字题用同一把尺子：RapidOCR 逐字比对 → 字符准确率 + 逐行命中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公开榜单成绩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81328"/>
          <a:ext cx="1069848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B556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marT="0" marB="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B556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Qwen-Image-2.1</a:t>
                      </a:r>
                    </a:p>
                  </a:txBody>
                  <a:tcPr marT="0" marB="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B556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SenseNova-U1.5</a:t>
                      </a:r>
                    </a:p>
                  </a:txBody>
                  <a:tcPr marT="0" marB="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B556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FLUX.2-klein-KV</a:t>
                      </a:r>
                    </a:p>
                  </a:txBody>
                  <a:tcPr marT="0" marB="0" anchor="ctr"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1024² 单张（中位）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52.1 s（20 步）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9.8 s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1.6 s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文字渲染 · 字符准确率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74.6%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86.5%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40.8%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其中中文长文本逐行命中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18/20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18/20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0/20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GenEval 组合题（7 题）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4/7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7/7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7/7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DPG-Bench 长描述（4 题）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好 / 2 有瑕疵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好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好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原生透明 RGBA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14476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中文长文本两家打平；组合题与长描述是 Qwen 的短板，但要看下一张怎么解释。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差距从哪来：口径，不是模型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同一台机器、同一张卡、2048²、20 步、seed 42，只把 GenEval 原题面改写成官方增强器风格的长描述：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84248"/>
            <a:ext cx="6035040" cy="4005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a photo of two clocks：原题面照旧只画一个钟 → 长描述正好两个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purple wine glass + black apple：原题面丢苹果 → 长描述两个都在、颜色绑定也对</a:t>
            </a:r>
          </a:p>
        </p:txBody>
      </p:sp>
      <p:pic>
        <p:nvPicPr>
          <p:cNvPr id="6" name="Picture 5" descr="prompt-rewr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326316"/>
            <a:ext cx="4297680" cy="33209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14476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这类失败是「短请求不吃」，不是「不会画」。但 2K/40 步没带来文字提升，代价却是 172 s/张。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垂直领域：九个领域，没有通吃的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81328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B556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领域</a:t>
                      </a:r>
                    </a:p>
                  </a:txBody>
                  <a:tcPr marT="0" marB="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B556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</a:t>
                      </a:r>
                    </a:p>
                  </a:txBody>
                  <a:tcPr marT="0" marB="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B556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一句话</a:t>
                      </a:r>
                    </a:p>
                  </a:txBody>
                  <a:tcPr marT="0" marB="0" anchor="ctr"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建筑·外景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三家都能用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SenseNova/FLUX 会往玻璃幕墙上写幻觉招牌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建筑·室内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空间与灯光层次最稳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人像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SenseNova（特写）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老人特写的皮肤细节差距最大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App·UI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只有它 1024² 就把中文界面写对（命中 97.9%）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商品·电商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三家都可用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白底图与场景图都能交付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游戏·图标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Qwen（单个）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 个成套图标三家全崩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动漫·二次元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 / SenseNova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中文海报两家全对，FLUX 乱码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漫画·分镜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只有它把台词放进对应画格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插画·绘本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水墨 Qwen 太淡，绘本两家都行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房子与人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itecture-exteri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83638"/>
            <a:ext cx="5212080" cy="2560572"/>
          </a:xfrm>
          <a:prstGeom prst="rect">
            <a:avLst/>
          </a:prstGeom>
        </p:spPr>
      </p:pic>
      <p:pic>
        <p:nvPicPr>
          <p:cNvPr id="5" name="Picture 4" descr="portra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3997"/>
            <a:ext cx="5212080" cy="33598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App·UI 与动漫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pp-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3997"/>
            <a:ext cx="5212080" cy="3359853"/>
          </a:xfrm>
          <a:prstGeom prst="rect">
            <a:avLst/>
          </a:prstGeom>
        </p:spPr>
      </p:pic>
      <p:pic>
        <p:nvPicPr>
          <p:cNvPr id="5" name="Picture 4" descr="ani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3997"/>
            <a:ext cx="5212080" cy="33598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掉坑点：Qwen 的四种失败模式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10698480" cy="4507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1024² 的 UI 稿会缩成小块并留幽灵重影（2048² 才恢复，命中 5/12 → 11/12）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四格漫画台词串格：四句都写出来了（命中 4/4），但配到错的画格、还夹乱码（字符 34.8%）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国风水墨两档都太淡：留白过头，山体几乎看不见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成套多元素（12 个线性图标）崩：数量、线宽、风格都不统一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4476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反过来，Qwen 也有两项独占优势：原生透明 RGBA、中文海报标题排版满分。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选型矩阵（照这个挑）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81328"/>
          <a:ext cx="1069848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B556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T="0" marB="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4B556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</a:t>
                      </a:r>
                    </a:p>
                  </a:txBody>
                  <a:tcPr marT="0" marB="0" anchor="ctr">
                    <a:solidFill>
                      <a:srgbClr val="F3F4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建筑 / 室内效果图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人像特写（真实皮肤）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App / 网页 UI 稿（含中文）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SenseNova（1024² 就可用且快 5.4×）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番剧 / 游戏海报（中文大标题）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 或 SenseNova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四格漫画（中文对白）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SenseNova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商品白底图 / 合影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三家都行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游戏单图标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成套图标 / 严格一致多元素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都不行</a:t>
                      </a:r>
                    </a:p>
                  </a:txBody>
                  <a:tcPr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口径与局限（请连着结论一起看）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10698480" cy="4965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每题只出 1 张、单 seed，是抽样体检，不是榜单成绩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组合题与长描述题由人眼判读，不是官方 Mask2Former / mPLUG+CLIP 自动打分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消融臂的「长描述」是人工模仿增强器风格写的，不是官方增强器输出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三家步数不同（Qwen 20 / SenseNova 8 / FLUX 4）：「各自最佳配置」口径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• 新增 8 道垂直题里 Qwen 那臂借卡跑、用了更省显存的 offload 档：出图正常，耗时不可比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0969DA"/>
                </a:solidFill>
                <a:latin typeface="PingFang SC"/>
                <a:ea typeface="PingFang SC"/>
                <a:cs typeface="PingFang SC"/>
              </a:rPr>
              <a:t>全部数据与复现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25296"/>
            <a:ext cx="1005840" cy="38100"/>
          </a:xfrm>
          <a:prstGeom prst="rect">
            <a:avLst/>
          </a:prstGeom>
          <a:solidFill>
            <a:srgbClr val="096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81328"/>
            <a:ext cx="10698480" cy="4507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报告与 231 张出图：https://github.com/wangsheng1991/qwen-image-2.1-bench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网页版：https://wangsheng1991.github.io/qwen-image-2.1-bench/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  题面 prompts.json ｜ 逐题耗时 results/.csv ｜ OCR results/ocr.json ｜ 脚本 scripts/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